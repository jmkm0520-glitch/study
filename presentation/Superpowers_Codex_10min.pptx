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https://learn.chatgpt.com/ko-KR/docs/skills-and-plugins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https://developers.openai.com/codex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https://learn.chatgpt.com/ko-KR/docs/plugins
User-provided screenshot captured 2026-09-03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https://learn.chatgpt.com/ko-KR/docs/plugins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https://github.com/obra/superpowers/tree/main/skills/brainstorming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https://github.com/obra/superpowers/tree/main/skills/brainstorming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98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코딩 에이전트 입문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0078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Superpowers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3230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Codex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10128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AI에게 “무엇을” 시킬지가 아니라,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“어떤 순서로” 일할지 알려주는 플러그인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315968"/>
            <a:ext cx="1915668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315968"/>
            <a:ext cx="1915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3220" y="4315968"/>
            <a:ext cx="1792224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03220" y="43159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Codex에서 쓰는 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60036" y="4315968"/>
            <a:ext cx="2409444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0036" y="4315968"/>
            <a:ext cx="24094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Skill을 고르는 원리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815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10분 발표 · 입문자용 · 2026-09-03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49640" y="1700784"/>
            <a:ext cx="2834640" cy="2999232"/>
          </a:xfrm>
          <a:prstGeom prst="roundRect">
            <a:avLst>
              <a:gd name="adj" fmla="val 3871"/>
            </a:avLst>
          </a:prstGeom>
          <a:solidFill>
            <a:srgbClr val="1B29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49640" y="2084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49640" y="248716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40050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Develop · Debug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10분 동안 다룰 것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2860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700784" y="224942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필요한가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267004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코딩을 시작할 때 생기는 문제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82880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35928" y="22860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3592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39432" y="224942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무엇인가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339432" y="267004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· Superpowers · Codex, 세 단어 정리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43891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00784" y="435254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고르는가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77316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Skill을 선택하는 방식과 14개 Skill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78728" y="393192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35928" y="43891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35928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39432" y="435254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쓰는가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339432" y="477316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설치부터 실제 결과·검증까지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github.com/obra/superpowers · learn.chatgpt.com/ko-KR/docs/skills-and-plugins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왜 필요한가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코딩하면 빠르지만, 방향이 어긋난 뒤에 알게 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272888" cy="3803904"/>
          </a:xfrm>
          <a:prstGeom prst="roundRect">
            <a:avLst>
              <a:gd name="adj" fmla="val 168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10512"/>
            <a:ext cx="450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없이 바로 시작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24128" y="2267712"/>
            <a:ext cx="450479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2267712"/>
            <a:ext cx="450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“TODO LIST 만들어줘”  →  바로 구현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3108960"/>
            <a:ext cx="4504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요구사항을 AI가 임의로 해석합니다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완성한 뒤에 수정이 반복됩니다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테스트·검토가 통째로 빠질 수 있습니다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481328"/>
            <a:ext cx="5272888" cy="3803904"/>
          </a:xfrm>
          <a:prstGeom prst="roundRect">
            <a:avLst>
              <a:gd name="adj" fmla="val 1683"/>
            </a:avLst>
          </a:prstGeom>
          <a:solidFill>
            <a:srgbClr val="0F1B3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62776" y="1810512"/>
            <a:ext cx="450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Superpowers와 함께 시작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62776" y="2267712"/>
            <a:ext cx="4504792" cy="566928"/>
          </a:xfrm>
          <a:prstGeom prst="roundRect">
            <a:avLst>
              <a:gd name="adj" fmla="val 9677"/>
            </a:avLst>
          </a:prstGeom>
          <a:solidFill>
            <a:srgbClr val="1B29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2776" y="2267712"/>
            <a:ext cx="450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→ 설계 → 계획 → 테스트 → 구현 → 검증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62776" y="3108960"/>
            <a:ext cx="4504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전에 방향을 먼저 맞춥니다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계획과 테스트가 파일로 남습니다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끝에는 증거로 완료를 확인합니다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54126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54126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— 모델의 지능보다 “일하는 순서”를 먼저 정합니다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단어만 알면 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F1B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따르는 작업 지침서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상황에서 따라야 할 순서와 기준을 적어 둔, 재사용 가능한 문서입니다.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9178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1514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2F6B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1514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01514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801514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14개를 모은 오픈소스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01514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Brainstorming·TDD·검증 등 개발 절차를 묶어 GitHub에 공개한 플러그인입니다.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58277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0613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F1B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0613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560613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8560613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작업하는 AI 에이전트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560613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파일을 읽고 고치고, 명령을 실행하고, 테스트로 결과까지 확인합니다.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11535" cy="713232"/>
          </a:xfrm>
          <a:prstGeom prst="roundRect">
            <a:avLst>
              <a:gd name="adj" fmla="val 8974"/>
            </a:avLst>
          </a:prstGeom>
          <a:solidFill>
            <a:srgbClr val="0F1B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97433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 (플러그인)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7F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검증된 결과물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플러그인으로 설치하면 Codex가 필요한 Skill을 읽고 그 절차대로 작업·검증합니다.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Codex는 답만 하는 챗봇에서 한 걸음 더 나갑니다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27288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0704" y="1865376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챗봇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60704" y="2286000"/>
            <a:ext cx="443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설명과 코드 예시 중심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60704" y="2852928"/>
            <a:ext cx="443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질문에 답변합니다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예시를 보여 줍니다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반영은 사용자가 직접 합니다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481328"/>
            <a:ext cx="5272888" cy="3200400"/>
          </a:xfrm>
          <a:prstGeom prst="roundRect">
            <a:avLst>
              <a:gd name="adj" fmla="val 2000"/>
            </a:avLst>
          </a:prstGeom>
          <a:solidFill>
            <a:srgbClr val="0F1B3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99352" y="1865376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699352" y="2286000"/>
            <a:ext cx="443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안에서 직접 작업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99352" y="2852928"/>
            <a:ext cx="443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파일을 읽고 수정합니다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 명령을 실행합니다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테스트를 돌려 결과를 확인합니다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956048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956048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= 목표를 받아 실제 개발 작업을 수행하는 AI 코딩 에이전트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· CLI · IDE 등 사용 환경에 따라 쓸 수 있는 기능은 달라질 수 있습니다. · developers.openai.com/codex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Superpowers는 GitHub에 공개된 저장소입니다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6053328" cy="4131108"/>
          </a:xfrm>
          <a:prstGeom prst="roundRect">
            <a:avLst>
              <a:gd name="adj" fmla="val 1328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g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5943600" cy="40213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0" y="1481328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1463040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저장소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1792224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obra/superpowers — 누구나 열어 볼 수 있습니다.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132320" y="254203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3232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662672" y="2523744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 폴더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662672" y="2852928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상황별 지침이 폴더 하나씩으로 정리돼 있습니다.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360273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13232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3584448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Skill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3913632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· executing-plans · systematic-debugging …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132320" y="4791456"/>
            <a:ext cx="4419295" cy="1024128"/>
          </a:xfrm>
          <a:prstGeom prst="roundRect">
            <a:avLst>
              <a:gd name="adj" fmla="val 5357"/>
            </a:avLst>
          </a:prstGeom>
          <a:solidFill>
            <a:srgbClr val="EEF3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0" y="4956048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406640" y="5230368"/>
            <a:ext cx="38706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기능이 아니라, 개발 절차를 담은 Skill 모음입니다.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GitHub 화면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모델은 요청과 Skill 설명을 비교해 절차를 고릅니다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요청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“오류 원인을 찾아줘”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661453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62621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36941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F6B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136941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100365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목록 확인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0365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이름과 설명을 훑습니다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83993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85161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9481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59481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22905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용도 비교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322905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요청과 맞는지 판단합니다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6534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07702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2022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F6B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2022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545446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호출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545446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지침을 읽습니다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29075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530243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04563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04563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767987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실행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767987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진단·검증을 수행합니다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5272888" cy="1371600"/>
          </a:xfrm>
          <a:prstGeom prst="roundRect">
            <a:avLst>
              <a:gd name="adj" fmla="val 4667"/>
            </a:avLst>
          </a:prstGeom>
          <a:solidFill>
            <a:srgbClr val="0F1B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24128" y="4242816"/>
            <a:ext cx="450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호출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4626864"/>
            <a:ext cx="450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요청의 의미가 Skill 설명과 맞으면 모델이 알아서 선택합니다.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278728" y="3968496"/>
            <a:ext cx="5272888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62776" y="4242816"/>
            <a:ext cx="450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호출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662776" y="4626864"/>
            <a:ext cx="450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Codex에서 $로 고르거나 “Brainstorming Skill을 써줘”라고 지정합니다.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learn.chatgpt.com/ko-KR/docs/skills-and-plugins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아이디어에서 완료까지, 한 줄로 이어집니다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F2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77824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만들고 싶은 것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646822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278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E4EB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04022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104022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104022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· 대안 · 설계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73020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92476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CBD9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30220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330220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Plans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330220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· 테스트 · 순서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9219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8675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5B8B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56419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556419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구현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556419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B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GREEN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325417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544873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0F1B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82617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782617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· 완료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782617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· 리뷰 · 브랜치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279392"/>
            <a:ext cx="10911535" cy="932688"/>
          </a:xfrm>
          <a:prstGeom prst="roundRect">
            <a:avLst>
              <a:gd name="adj" fmla="val 5882"/>
            </a:avLst>
          </a:prstGeom>
          <a:solidFill>
            <a:srgbClr val="FDF2E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4279392"/>
            <a:ext cx="103628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중 오류가 생기면  </a:t>
            </a:r>
            <a:pPr algn="ctr" indent="0" marL="0">
              <a:buNone/>
            </a:pPr>
            <a:r>
              <a:rPr lang="en-US" sz="1300" b="1" dirty="0">
                <a:solidFill>
                  <a:srgbClr val="B46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Debugging</a:t>
            </a:r>
            <a:pPr algn="ctr" indent="0" marL="0">
              <a:buNone/>
            </a:pPr>
            <a:r>
              <a:rPr lang="en-US" sz="1300" dirty="0">
                <a:solidFill>
                  <a:srgbClr val="8A6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으로 원인부터 찾은 뒤 다시 흐름에 복귀합니다.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5431536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5431536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 → 계획 → 구현 → 검증. 각 단계의 결과가 다음 단계의 입력이 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Skill은 세 묶음으로 나뉩니다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· 준비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코드를 쓰기 전에 무엇을 만들지, 어떤 순서로 할지 확정합니다.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99178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1514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12" name="Text 10"/>
          <p:cNvSpPr txBox="1"/>
          <p:nvPr/>
        </p:nvSpPr>
        <p:spPr>
          <a:xfrm>
            <a:off x="4801514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01514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· 협업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801514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계획을 지키면서 작은 결과를 만들고 계속 확인합니다.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8277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0F1B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60613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0" dirty="0"/>
          </a:p>
        </p:txBody>
      </p:sp>
      <p:sp>
        <p:nvSpPr>
          <p:cNvPr id="17" name="Text 15"/>
          <p:cNvSpPr txBox="1"/>
          <p:nvPr/>
        </p:nvSpPr>
        <p:spPr>
          <a:xfrm>
            <a:off x="8560613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560613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· 완료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560613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“된 것 같다”가 아니라 확인된 결과로 마무리합니다.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= 계획·준비 4개 + 구현·협업 4개 + 품질·완료 6개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이름과 개수는 Superpowers 6.3.0 기준입니다.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계획 · 준비 — 코드를 쓰기 전에 범위를 확정합니다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using-superpowers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작업을 시작하기 전에 지금 상황에 맞는 Skill이 있는지 먼저 확인하고 사용합니다.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2192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62192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64528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62192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전에 질문 → 대안 → 설계를 정리합니다. 승인 전에는 구현하지 않습니다.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writing-plans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승인된 설계를 파일·테스트·작업 순서로 잘게 나눈 구현 계획서로 만듭니다.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2192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62192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64528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using-git-worktrees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62192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작업과 분리된 안전한 작업 공간을 미리 준비합니다.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코드를 쓰기 전에 “범위”와 “순서”를 확정합니다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이름은 Superpowers 6.3.0 기준입니다.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구현 · 협업 — 계획대로 작게 만들고 계속 확인합니다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test-driven-development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실패하는 테스트를 먼저 만들고, 그것을 통과하는 최소한의 코드를 씁니다.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2192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62192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64528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executing-plans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62192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작성된 계획을 체크포인트별로, 순서대로 실행합니다.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subagent-driven-development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작업마다 새 에이전트가 구현하고 단계마다 리뷰를 받습니다.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2192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62192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64528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dispatching-parallel-agents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62192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서로 의존하지 않는 일은 여러 에이전트로 나눠 동시에 처리합니다.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계획을 지키면서 작은 결과를 만들고 매번 확인합니다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관련 기능은 사용 환경과 설정에 따라 달라질 수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품질 · 완료 — 확인된 결과로 마무리합니다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systematic-debugging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추측 대신 재현 → 증거 → 원인 순으로 확인합니다.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0890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178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9178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094122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requesting-code-review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91786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요구사항과 구현이 맞는지 검토를 요청합니다.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1701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2597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2597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834933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receiving-code-review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32597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받은 피드백을 그대로 받지 않고 검증한 뒤 반영합니다.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verification-before-completion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테스트를 돌려 통과한 뒤에야 완료를 선언합니다.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0890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9178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9178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94122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finishing-a-development-branch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91786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병합 · PR · 브랜치 유지 중 하나를 골라 마무리합니다.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1701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32597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32597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834933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writing-skills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Skill을 직접 만들고 수정 · 검증합니다.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“된 것 같다”가 아니라 확인된 결과로 끝냅니다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이름은 Superpowers 6.3.0 기준입니다.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앱에서 클릭 몇 번으로 설치합니다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94664" y="1426464"/>
            <a:ext cx="9802368" cy="2879054"/>
          </a:xfrm>
          <a:prstGeom prst="roundRect">
            <a:avLst>
              <a:gd name="adj" fmla="val 1906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1481328"/>
            <a:ext cx="9692640" cy="27693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플러그인 메뉴 열기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메뉴에서 “플러그인”을 선택합니다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36544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10864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10864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094912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 검색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710864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검색창에 이름을 입력합니다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33008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07328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07328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891376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클릭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507328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카드의 “설치” 버튼을 누릅니다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029471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03791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303791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9687839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채팅에서 사용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9303791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작업을 열고 필요한 Skill을 요청합니다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CLI에서는 /plugins 또는 plugin add 명령으로도 설치할 수 있습니다. · 실제 설치 화면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후에는 14개 Skill을 켜고 끌 수 있습니다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4844345" cy="4425696"/>
          </a:xfrm>
          <a:prstGeom prst="roundRect">
            <a:avLst>
              <a:gd name="adj" fmla="val 124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4734617" cy="43159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23337" y="148132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34233" y="162763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확인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34233" y="193852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“설치” 버튼이 사라지고 “지금 사용해 보기”가 나타납니다.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23337" y="257860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34233" y="272491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14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4233" y="303580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Brainstorming부터 완료 검증까지 14개 절차가 모두 들어 있습니다.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23337" y="367588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34233" y="382219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개별 제어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34233" y="413308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Skill 오른쪽 스위치로 필요한 절차만 켤 수 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23337" y="477316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34233" y="491947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범위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34233" y="523036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설명에 Interactive · Read · Write 권한이 표시됩니다.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사용자 Codex 앱 화면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Brainstorming은 바로 코딩하지 않고 하나씩 묻습니다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6236208" cy="4235304"/>
          </a:xfrm>
          <a:prstGeom prst="roundRect">
            <a:avLst>
              <a:gd name="adj" fmla="val 129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6126480" cy="41255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0" y="148132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47218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입력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808976" y="1783080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“간단한 할 일 웹앱을 만들고 싶어.”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315200" y="250545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15200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08976" y="249631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지정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807208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Brainstorming을 쓰고, 승인 전에는 구현하지 말라고 요청합니다.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5200" y="35295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315200" y="3529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352044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번에 한 질문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808976" y="3831336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“주 사용자가 누구인지” 하나만 묻습니다.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315200" y="45537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15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808976" y="454456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범위가 좁아짐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808976" y="4855464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개인용 · 핵심 기능 · 저장 방식을 순서대로 결정합니다.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315200" y="5559552"/>
            <a:ext cx="4236415" cy="658368"/>
          </a:xfrm>
          <a:prstGeom prst="roundRect">
            <a:avLst>
              <a:gd name="adj" fmla="val 8333"/>
            </a:avLst>
          </a:prstGeom>
          <a:solidFill>
            <a:srgbClr val="EEF3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571232" y="5559552"/>
            <a:ext cx="37243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전에는 구현하지 않는다 — 이것이 절차의 핵심입니다.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실제 대화 · 2026-09-03 · github.com/obra/superpowers/tree/main/skills/brainstorming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질문이 끝나면 대안을 비교하고 하나를 추천합니다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7150608" cy="3678344"/>
          </a:xfrm>
          <a:prstGeom prst="roundRect">
            <a:avLst>
              <a:gd name="adj" fmla="val 1492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op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7040880" cy="3568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1481328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0F1B3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22208" y="16642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924544" y="1664208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부드러운 카드형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924544" y="2011680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구조가 바로 이해되고 발표 화면에서 안정적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637215" y="16642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651760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22208" y="28346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924544" y="2834640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에디토리얼형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24544" y="3182112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개성은 강하지만 버튼·상태가 덜 직관적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229600" y="3822192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22208" y="400507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24544" y="4005072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다크 대시보드형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924544" y="4352544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눈에 띄지만 간단한 실습에는 시각적 무게가 큼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229600" y="5084064"/>
            <a:ext cx="3322015" cy="914400"/>
          </a:xfrm>
          <a:prstGeom prst="roundRect">
            <a:avLst>
              <a:gd name="adj" fmla="val 6000"/>
            </a:avLst>
          </a:prstGeom>
          <a:solidFill>
            <a:srgbClr val="EEF3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0" y="5248656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후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503920" y="5522976"/>
            <a:ext cx="27733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설계 → Writing Plans → TDD 구현으로 이어집니다.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시각 방향 비교 화면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결과보다 중요한 건, 과정이 기록으로 남았다는 점입니다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4867260" cy="4407408"/>
          </a:xfrm>
          <a:prstGeom prst="roundRect">
            <a:avLst>
              <a:gd name="adj" fmla="val 124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4757532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6252" y="1481328"/>
            <a:ext cx="5605363" cy="1170432"/>
          </a:xfrm>
          <a:prstGeom prst="roundRect">
            <a:avLst>
              <a:gd name="adj" fmla="val 5469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75436" y="1682496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결과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275436" y="2029968"/>
            <a:ext cx="49469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 · 완료 · 삭제와 로컬 저장이 동작하는 웹앱 완성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6252" y="2816352"/>
            <a:ext cx="5605363" cy="1572768"/>
          </a:xfrm>
          <a:prstGeom prst="roundRect">
            <a:avLst>
              <a:gd name="adj" fmla="val 4070"/>
            </a:avLst>
          </a:prstGeom>
          <a:solidFill>
            <a:srgbClr val="0F1B3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75436" y="2999232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결과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275436" y="33101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6275436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테스트 통과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232252" y="33101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0건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232252" y="38953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콘솔 오류 · 브라우저 검증 통과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946252" y="4553712"/>
            <a:ext cx="5605363" cy="1225296"/>
          </a:xfrm>
          <a:prstGeom prst="roundRect">
            <a:avLst>
              <a:gd name="adj" fmla="val 5224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75436" y="4736592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남은 기록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275436" y="5084064"/>
            <a:ext cx="49469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문서 · 구현 계획 · 테스트 코드 · 기능 브랜치 — 검증 가능한 개발 과정이 그대로 남습니다.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구현 결과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0700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결론 3줄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24128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Superpowers는 개발 절차를 담은 Skill 14개 묶음입니다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기능이 아니라 “일하는 순서”를 제공합니다.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99178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83226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83226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Codex는 그 절차대로 계획하고, 만들고, 검증합니다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783226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요청과 Skill 설명을 비교해 알아서 고릅니다.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58277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42325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542325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우리에게는 결과물과 함께 과정이 남습니다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542325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· 계획 · 테스트 · 브랜치가 기록으로 남습니다.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1937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github.com/obra/superpowers   ·   learn.chatgpt.com/ko-KR/docs/skills-and-plugins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705856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Superpowers x Codex</dc:title>
  <dc:subject>PptxGenJS Presentation</dc:subject>
  <dc:creator>Superpowers 발표</dc:creator>
  <cp:lastModifiedBy>Superpowers 발표</cp:lastModifiedBy>
  <cp:revision>1</cp:revision>
  <dcterms:created xsi:type="dcterms:W3CDTF">2026-09-03T08:00:34Z</dcterms:created>
  <dcterms:modified xsi:type="dcterms:W3CDTF">2026-09-03T08:00:34Z</dcterms:modified>
</cp:coreProperties>
</file>